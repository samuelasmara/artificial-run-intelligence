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פותח שער: ARI לוקח נתוני ריצה גולמיים והופך אותם להחלטת אימון. המספרים למטה הם המערכת בפועל, לא הצהרת כוונות.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הבעיות אינן תיאורטיות — הן מה שקורה לי ולרצים סביבי. הכרטיס התחתון הוא ההבטחה של המוצר.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הפרדה מלאה: המאמן הוא משתמש מהצד השני של אותה מערכת, לא מנהל. הגישה שלו נגזרת מהסכמה של הרץ ואפשר לבטל אותה.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אני לא מציג את זה כתרגיל אקדמי. אם המוצר לא עונה על שאלה שמישהו מוכן לשלם עליה — הוא לא מוצר.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אני עובר להדגמה חיה במסך. השקף הוא רשת ביטחון אם ההדגמה נתקעת.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אני עובר להדגמה חיה במסך. השקף הוא רשת ביטחון אם ההדגמה נתקעת.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כאן אני עובר להדגמה חיה במסך. השקף הוא רשת ביטחון אם ההדגמה נתקעת.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הכלל שהנחה אותי: קוד יכול להכיל באג, מדיניות במסד לא נשענת על כך שהקוד תקין. לכן ההרשאה יושבת בתחתית ולא בקצה.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שינוי סכימה הוא קובץ מיגרציה ממוספר בגיט. אין שינוי ידני בקונסולה — אחרת אי אפשר לשחזר את המסד מאפס.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הלב של המערכת. שווה להתעכב כאן — כל שאר המסכים הם תצוגה של מה שהתהליך הזה מייצר.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המספר עצמו לא מרשים אף אחד. מה שחשוב זה שהבדיקות מכסות את מה שיקר לטעות בו: נוסחאות, הרשאות וזמן.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לא מתיימר להיות מוכן למיליון משתמשים. מה שכן — אני יודע איפה בדיוק זה יישבר קודם ומה הצעד הבא.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הכרטיס האחרון הוא הכי חשוב להציג: מצאתי חור אמיתי בפרויקט שלי, סגרתי אותו, ואימתתי מול המסד החי שהוא באמת סגור.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מסיים בכנות ולא בהצהרת ניצחון — מה עבד, מה לא, ומה הייתי בודק הלאה.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גמר · טכנולוגיות אינטרנט · אוניברסיטת רייכמן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Run Intelligence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מאמן ריצה מבוסס נתונים — הופך היסטוריית אימונים למסקנות ולתוכנית שבועית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75420" y="3794760"/>
            <a:ext cx="2446020" cy="1143000"/>
          </a:xfrm>
          <a:prstGeom prst="roundRect">
            <a:avLst>
              <a:gd name="adj" fmla="val 96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31452" y="397764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331452" y="454456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טבלאות במסד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3794760"/>
            <a:ext cx="2446020" cy="1143000"/>
          </a:xfrm>
          <a:prstGeom prst="roundRect">
            <a:avLst>
              <a:gd name="adj" fmla="val 96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397764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19672" y="454456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מדיניות RLS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51860" y="3794760"/>
            <a:ext cx="2446020" cy="1143000"/>
          </a:xfrm>
          <a:prstGeom prst="roundRect">
            <a:avLst>
              <a:gd name="adj" fmla="val 96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7892" y="397764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707892" y="454456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 אוטומטיות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2446020" cy="1143000"/>
          </a:xfrm>
          <a:prstGeom prst="roundRect">
            <a:avLst>
              <a:gd name="adj" fmla="val 96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7764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96112" y="454456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סמואל אסמרה  ·  ספטמבר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ari-coach.vercel.app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רצים אוספים המון נתונים ולא יודעים מה לעשות איתם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19659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2194560"/>
            <a:ext cx="475488" cy="47548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94192" y="27889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הנתונים קיימים — התובנה לא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94192" y="33832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שעון מודד קצב, דופק וגבהים בכל ריצה. אף אחד מהם לא עונה על השאלה היחידה שחשובה: מה לעשות מחר.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194560"/>
            <a:ext cx="475488" cy="47548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7889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העומס נמדד בקילומטרים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33832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ק״מ קלים ו־10 ק״מ אינטרוולים נספרים אותו דבר. ככה נוצרות פציעות ותוכניות שלא מתאימות למצב בפועל.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194560"/>
            <a:ext cx="475488" cy="475488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27889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המאמן עובד בעיוורון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38328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המעקב מתנהל בוואטסאפ ובאקסל. אין לוח אחד שבו המאמן רואה את מצב הרץ לפני שהוא בונה לו שבוע.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סוגר את הפער: אותם נתונים, אבל מתורגמים למדדי עומס, למצב כושר ולתוכנית שבועית שמסבירה את עצמה.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קהל היעד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סוגי משתמשים, שני מסכים שונים לגמרי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09360" y="196596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0192" y="2240280"/>
            <a:ext cx="548640" cy="54864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8019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1968" y="2286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01968" y="2697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רץ חובב עד תחרותי, 3–6 אימונים בשבוע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1968" y="3200400"/>
            <a:ext cx="46268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רוצה לדעת אם הוא בכיוון או מתקרב לפציעה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מזין דיווח יומי קצר: שינה, עייפות, כאבים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מקבל תוכנית שבועית ומסביר לעצמו כל אימון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מתחבר לשעון ומסנכרן ריצות אוטומטית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2240280"/>
            <a:ext cx="548640" cy="548640"/>
          </a:xfrm>
          <a:prstGeom prst="ellipse">
            <a:avLst/>
          </a:prstGeom>
          <a:solidFill>
            <a:srgbClr val="2A2415"/>
          </a:solidFill>
          <a:ln w="12700">
            <a:solidFill>
              <a:srgbClr val="D8B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286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2688" y="2697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מאמן שמלווה כמה רצים במקביל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3200400"/>
            <a:ext cx="46268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מצטרף לרץ רק אחרי אישור מפורש שלו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רואה מגמת עומס וכושר של כל רץ בלוח אחד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עורך אימונים בתוכנית ומשאיר סיבה לשינוי</a:t>
            </a:r>
            <a:endParaRPr lang="en-US" sz="14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רואה שום נתון של רץ שלא אישר אותו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2578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הקשר נוצר רק בפעולה של הרץ, ושני הצדדים יכולים לנתק אותו בכל רגע. אין גישה שנפתחת מאליה.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הערך העסקי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שמישהו ישלם על זה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09360" y="20116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5392" y="22311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 במקום דוח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65392" y="26151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אפליקציות קיימות מציגות גרפים. ARI מגיע עד הסוף — מה האימון הבא, באיזה קצב, ולמה דווקא הוא.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311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מנוי כפול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6151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רץ יחיד במנוי חודשי; מאמן משלם לפי מספר רצים בליווי. אותה מערכת, שני מקורות הכנסה.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0690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2885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תפעול אפסית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46725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החישוב הכבד רץ פעם אחת בסנכרון הלילי ונשמר. המשתמש לא מפעיל חישוב יקר בכל טעינה.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2885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מחסום כניסה אמיתי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46725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הערך גדל עם ההיסטוריה. אחרי חצי שנה של נתונים מעבר למתחרה מוחק את הבסיס שעליו התוכנית נבנתה.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·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הדשבורד — מצב הרץ במבט אחד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3977640"/>
          </a:xfrm>
          <a:prstGeom prst="roundRect">
            <a:avLst>
              <a:gd name="adj" fmla="val 2299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34518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צילום מסך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8176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6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הבית של הרץ: כרטיס מצב, גרף כושר/עייפות, האימון הבא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19104" y="1984248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19104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הכושר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ממוצע נע של 42 יום על עומס האימון — כמה בסיס נצבר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19104" y="29718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 העייפות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אותו חישוב על 7 ימים — כמה עומס טרי עוד לא התאושש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119104" y="395935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מאזן הטופס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ההפרש ביניהם. חיובי = רענן, שלילי מדי = סיכון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19104" y="494690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9104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928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העומסים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השבוע מול ארבעת האחרונים. מעל 1.5 מפעיל אזהרה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·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התוכנית — שבוע שנבנה מהנתונים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3977640"/>
          </a:xfrm>
          <a:prstGeom prst="roundRect">
            <a:avLst>
              <a:gd name="adj" fmla="val 2299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34518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צילום מסך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8176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6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התוכנית: שבוע בריבועים, לחיצה פותחת את האימון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19104" y="1984248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19104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ותאריך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המשתמש מגדיר מרוץ מטרה; המנוע בונה אחורה משם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19104" y="29718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חלוקת עצימות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הנפח קל, מנה מדודה של איכות — לפי מצב העומס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119104" y="395935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התאמה יומית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דיווח על עייפות או כאב מקטין את האימון ושומר את הסיבה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19104" y="494690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9104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928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מלאה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לכל אימון יש הסבר בשורה אחת למה הוא נמצא שם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·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המאמן — לוח הרצים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3977640"/>
          </a:xfrm>
          <a:prstGeom prst="roundRect">
            <a:avLst>
              <a:gd name="adj" fmla="val 2299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34518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צילום מסך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8176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36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המאמן: רשימת רצים, מגמה, ועריכת אימון בתוכנית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119104" y="1984248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19104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הצטרפות בהסכמה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הרץ מזין קוד מאמן; בלי הפעולה הזו אין גישה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19104" y="29718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מגמה לכל רץ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וכושר לאורך זמן, בלי לפתוח כל ריצה בנפרד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119104" y="395935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עם עקבות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שינוי אימון נשמר עם סיבה ועם הערך המקורי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19104" y="494690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9104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928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ניתוק בלחיצה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צד יכול לסיים את הקשר ולנתק את הגישה מיד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שכבות, לכל אחת אחריות אחת בלבד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92024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· App Router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7040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 המשתמש. רכיבי שרת מביאים נתונים, רכיבי לקוח רק מציגים ומגיבים.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53512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95351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F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953512"/>
            <a:ext cx="7040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פעולות שרת — כל כתיבה עוברת דרכן, עם אימות קלט ובדיקת הרשאה לפני פנייה למסד.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398678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החישוב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986784"/>
            <a:ext cx="7040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פונקציות טהורות: עומס אימון, קצב מתוקנן לשיפוע, כושר ועייפות, בניית תוכנית. אין בהן גישה לרשת.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20056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502005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Postgres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020056"/>
            <a:ext cx="7040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האמת. הרשאות נאכפות במסד עצמו, כך שגם קוד שגוי לא יכול לחשוף נתון של משתמש אחר.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סנכרון יומי מ־intervals.icu רץ בשרת בלבד — מפתח ה־API לא מגיע לדפדפן אף פעם.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מסד הנתונים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המסד הוא גם המקום שבו נאכפת האבטחה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75420" y="1920240"/>
            <a:ext cx="244602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31452" y="210312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331452" y="267004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טבלאות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244602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210312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19672" y="267004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מהן עם RLS פעיל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1860" y="1920240"/>
            <a:ext cx="244602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7892" y="210312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707892" y="267004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מדיניות גישה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1920240"/>
            <a:ext cx="244602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103120"/>
            <a:ext cx="1933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96112" y="2670048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מיגרציות בגרסאות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6027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נשמר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39867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פרופיל ומטרות · ריצות ונתוני מקטעים · דיווח מוכנות יומי · מדדים נגזרים לכל ריצה · מרוצי יעד · תוכניות ואימונים · קשר מאמן–רץ · יומן שינויים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60273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נשאר מהיר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398678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אינדקסים שנבנו במכוון — כולל אינדקסים חלקיים שמכסים רק את השורות הרלוונטיות. חישובים כבדים נשמרים עם מספר גרסה, כך שריצה מחושבת מחדש רק כשהנוסחה או הנתון במקור השתנו.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התהליך המרכזי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מריצה גולמית עד אימון שמופיע ביומן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564624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0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47504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65792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משיכה לילית של ריצות חדשות ושל ריצות שנערכו בדיעבד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33488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55864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55864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16368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נרמול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34656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המרה לפורמט אחיד: זמן, מרחק, דופק, גבהים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02352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4728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85232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אימון, קצב מתוקנן לשיפוע, סחיפת דופק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71216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93592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54096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צבירה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72384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כושר, עייפות, מאזן טופס ויחס עומסים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2103120"/>
            <a:ext cx="1956816" cy="2286000"/>
          </a:xfrm>
          <a:prstGeom prst="roundRect">
            <a:avLst>
              <a:gd name="adj" fmla="val 560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62456" y="2377440"/>
            <a:ext cx="512064" cy="512064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2456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03580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בניית השבוע הבא מהמצב הנוכחי ומיעד המרוץ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7091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שלב שומר את התוצאה שלו. אם הנוסחה משתנה, רק השלב שהושפע מחושב מחדש — לא כל ההיסטוריה, ולא בכל טעינת מסך.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בדקתי, ולמה דווקא את זה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192024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94192" y="21031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394192" y="26700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 אוטומטיות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1031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45152" y="26700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קבצי בדיקה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0312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7F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96112" y="26700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7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נכשלות לפני העלאה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0" y="3465576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0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15400" y="33375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חישובים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400" y="33375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נוסחה נבדקת מול ערכים ידועים, כולל מקרי קצה: ריצה בלי דופק, מרחק אפס, נתון חסר באמצע.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087368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1360" y="4215384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15400" y="40873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הרשאות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08736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בדיקה שרץ אחד לא מצליח לקרוא נתון של רץ אחר, ושמאמן ללא אישור לא מקבל דבר.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83717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4965192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81360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15400" y="48371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ואזור זמן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483717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היום נחתך לפי שעון ישראל ולא לפי שעון השרת — אחרת ריצת ערב נספרת למחר.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58698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5715000"/>
            <a:ext cx="402336" cy="402336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81360" y="5715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15400" y="558698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רגרסיה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14400" y="558698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באג שנמצא בבדיקה ידנית קיבל בדיקה משלו לפני התיקון, כדי שלא יחזור.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סקייל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יקרוס קודם, ומה התשובה לזה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94192" y="221284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0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צוואר הבקבוק: הסנכרון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94192" y="292608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המשתמשים מסונכרנים בפעולה לילית אחת. באלפי משתמשים היא לא תספיק בחלון זמן סביר.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94192" y="4206240"/>
            <a:ext cx="2871216" cy="1051560"/>
          </a:xfrm>
          <a:prstGeom prst="roundRect">
            <a:avLst>
              <a:gd name="adj" fmla="val 10435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420624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פיצול לתורים לפי משתמש, עם ניסיון חוזר לכישלון בודד.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21284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צוואר הבקבוק: הנתונים הגולמיים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92608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נתוני המקטעים לכל שנייה הם הנפח הגדול ביותר — הם גדלים מהר יותר מכל טבלה אחרת.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45152" y="4206240"/>
            <a:ext cx="2871216" cy="1051560"/>
          </a:xfrm>
          <a:prstGeom prst="roundRect">
            <a:avLst>
              <a:gd name="adj" fmla="val 10435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420624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העברת היסטוריה ישנה לאחסון קר; במסד נשארים המדדים הנגזרים.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212848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F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כבר בנוי לסקייל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292608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הקריאות מכוסות באינדקסים, והחישוב הכבד נשמר פעם אחת ולא חוזר בכל טעינה.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206240"/>
            <a:ext cx="2871216" cy="1051560"/>
          </a:xfrm>
          <a:prstGeom prst="roundRect">
            <a:avLst>
              <a:gd name="adj" fmla="val 10435"/>
            </a:avLst>
          </a:prstGeom>
          <a:solidFill>
            <a:srgbClr val="1B1F27"/>
          </a:solidFill>
          <a:ln w="12700">
            <a:solidFill>
              <a:srgbClr val="364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20624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השכבה הזו לא תצטרך שכתוב — רק יותר משאבים.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אבטחה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 בריאות — ההגנה יושבת במסד, לא בממשק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08208" y="2171700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08208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66760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הרשאה בשורש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טבלה מוגנת ברמת השורה. שאילתה של משתמש מחזירה רק את השורות שלו, גם אם הקוד מעליה שגוי.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08208" y="3195828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8208" y="3195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9900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הסכמה מפורשת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99008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קשר מאמן–רץ נוצר רק בפעולה של הרץ עצמו. ניסיון ליצור אותו בשם מישהו אחר נדחה במסד.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08208" y="4219956"/>
            <a:ext cx="457200" cy="45720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08208" y="42199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4014216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סודות בצד שרת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014216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מפתחות API ומפתח ההרשאה המלא קיימים רק בשרת. הדפדפן מקבל נתונים, לא מפתחות.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B1F27"/>
          </a:solidFill>
          <a:ln w="12700">
            <a:solidFill>
              <a:srgbClr val="F070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08208" y="5244084"/>
            <a:ext cx="457200" cy="457200"/>
          </a:xfrm>
          <a:prstGeom prst="ellipse">
            <a:avLst/>
          </a:prstGeom>
          <a:solidFill>
            <a:srgbClr val="2B1917"/>
          </a:solidFill>
          <a:ln w="12700">
            <a:solidFill>
              <a:srgbClr val="F07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08208" y="52440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5038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0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באג אמיתי שנסגר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038344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בבדיקה מצאתי שאפשר היה לרשום את עצמך כמאמן של כל משתמש. תוקן במיגרציה ואומת מול המסד החי.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4E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הייתי עושה אחרת, ומה הצעד הבא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196596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94192" y="218541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8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הייתי עושה אחרת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94192" y="2569464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בניתי את הממשק על נתוני דמה ורק אחר כך חיברתי נתונים אמיתיים. חלק מהמספרים שנראו נכון היו קבועים בקוד. היום הייתי מתחיל מהנתון האמיתי ובונה את המסך מעליו.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18541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4E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למדתי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45152" y="2569464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שהחלק הקשה הוא לא הקוד אלא ההחלטות: מה נחשב אמת, מי מורשה לראות מה, ומתי מחשבים מחדש. ברגע שהן הוכרעו, המימוש היה החלק הפשוט.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12151B"/>
          </a:solidFill>
          <a:ln w="12700">
            <a:solidFill>
              <a:srgbClr val="24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8541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F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הצעד הבא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569464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4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שחרור למספר רצים אמיתיים לאורך מחזור אימונים מלא, ובדיקה אחת: האם התוכנית ששונתה אוטומטית התאימה למה שהרץ באמת הרגיש.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6233A"/>
          </a:solidFill>
          <a:ln w="12700">
            <a:solidFill>
              <a:srgbClr val="4E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· ari-coach.vercel.app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Run Intelligence</dc:title>
  <dc:subject>PptxGenJS Presentation</dc:subject>
  <dc:creator>Samuel Asmara</dc:creator>
  <cp:lastModifiedBy>Samuel Asmara</cp:lastModifiedBy>
  <cp:revision>1</cp:revision>
  <dcterms:created xsi:type="dcterms:W3CDTF">2026-08-19T20:21:35Z</dcterms:created>
  <dcterms:modified xsi:type="dcterms:W3CDTF">2026-08-19T20:21:35Z</dcterms:modified>
</cp:coreProperties>
</file>