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21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  <Relationship Id="rId21" Type="http://schemas.openxmlformats.org/officeDocument/2006/relationships/slide" Target="slides/slide15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פותח שער: Runi לוקח נתוני ריצה גולמיים והופך אותם להחלטת אימון. המספרים למטה הם המערכת בפועל, לא הצהרת כוונות.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 הבעיות אינן תיאורטיות — הן מה שקורה לי ולרצים סביבי. הכרטיס התחתון הוא ההבטחה של המוצר.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הפרדה מלאה: המאמן הוא משתמש מהצד השני של אותה מערכת, לא מנהל. הגישה שלו נגזרת מהסכמה של הרץ ואפשר לבטל אותה.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אני לא מציג את זה כתרגיל אקדמי. אם המוצר לא עונה על שאלה שמישהו מוכן לשלם עליה — הוא לא מוצר.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כאן אני עובר להדגמה חיה במסך. השקף הוא רשת ביטחון אם ההדגמה נתקעת.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כאן אני עובר להדגמה חיה במסך. השקף הוא רשת ביטחון אם ההדגמה נתקעת.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כאן אני עובר להדגמה חיה במסך. השקף הוא רשת ביטחון אם ההדגמה נתקעת.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הכלל שהנחה אותי: קוד יכול להכיל באג, מדיניות במסד לא נשענת על כך שהקוד תקין. לכן ההרשאה יושבת בתחתית ולא בקצה.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 שינוי סכימה הוא קובץ מיגרציה ממוספר בגיט. אין שינוי ידני בקונסולה — אחרת אי אפשר לשחזר את המסד מאפס.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הלב של המערכת. שווה להתעכב כאן — כל שאר המסכים הם תצוגה של מה שהתהליך הזה מייצר.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המספר עצמו לא מרשים אף אחד. מה שחשוב זה שהבדיקות מכסות את מה שיקר לטעות בו: נוסחאות, הרשאות וזמן. ואם שואלים על הכרטיס הרביעי — זה הסיפור הכי טוב שיש לי: חיפשתי מחלקה של טעות במקום באג בודד, ומצאתי תשע. החמורה: הכותרת אמרה 4 שבועות מעל שאילתה שהגבילה מספר שורות ולא טווח תאריכים, ליד גרף שהציג ארבעה שבועות באמת. והמסקנה חשובה מהתיקון — כל התשע היו בחשבון שנכתב ישר בתוך עמוד, ואף מודול עם בדיקות לא נכשל.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לא מתיימר להיות מוכן למיליון משתמשים. מה שכן — אני יודע איפה בדיוק זה יישבר קודם ומה הצעד הבא.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הכרטיס האחרון הוא הכי חשוב להציג: מצאתי חור אמיתי בפרויקט שלי, סגרתי אותו, ואימתתי מול המסד החי שהוא באמת סגור.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מסיים בכנות ולא בהצהרת ניצחון — מה עבד, מה לא, ומה הייתי בודק הלאה.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9" Type="http://schemas.openxmlformats.org/officeDocument/2006/relationships/image" Target="../media/runi_mark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hot5" Type="http://schemas.openxmlformats.org/officeDocument/2006/relationships/image" Target="../media/ari_shot5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hot6" Type="http://schemas.openxmlformats.org/officeDocument/2006/relationships/image" Target="../media/ari_shot6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hot7" Type="http://schemas.openxmlformats.org/officeDocument/2006/relationships/image" Target="../media/ari_shot7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Shot8" Type="http://schemas.openxmlformats.org/officeDocument/2006/relationships/image" Target="../media/ari_shot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גמר · טכנולוגיות אינטרנט · אוניברסיטת רייכמן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Runi — Run with Intelligence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מאמן ריצה מבוסס נתונים — הופך היסטוריית אימונים למסקנות ולתוכנית שבועית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75420" y="3794760"/>
            <a:ext cx="2446020" cy="1143000"/>
          </a:xfrm>
          <a:prstGeom prst="roundRect">
            <a:avLst>
              <a:gd name="adj" fmla="val 9600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31452" y="3977640"/>
            <a:ext cx="1933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331452" y="4544568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טבלאות במסד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3794760"/>
            <a:ext cx="2446020" cy="1143000"/>
          </a:xfrm>
          <a:prstGeom prst="roundRect">
            <a:avLst>
              <a:gd name="adj" fmla="val 9600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3977640"/>
            <a:ext cx="1933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519672" y="4544568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מדיניות RLS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51860" y="3794760"/>
            <a:ext cx="2446020" cy="1143000"/>
          </a:xfrm>
          <a:prstGeom prst="roundRect">
            <a:avLst>
              <a:gd name="adj" fmla="val 9600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7892" y="3977640"/>
            <a:ext cx="1933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809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707892" y="4544568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בדיקות אוטומטיות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2446020" cy="1143000"/>
          </a:xfrm>
          <a:prstGeom prst="roundRect">
            <a:avLst>
              <a:gd name="adj" fmla="val 9600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77640"/>
            <a:ext cx="1933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96112" y="4544568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סמואל אסמרה  ·  ספטמבר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runi-coach.vercel.app</a:t>
            </a:r>
            <a:endParaRPr lang="en-US" sz="1300" dirty="0"/>
          </a:p>
        </p:txBody>
      </p:sp>
      <p:pic>
        <p:nvPicPr>
          <p:cNvPr id="90" name="Runi mark"/>
          <p:cNvPicPr/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640080" y="59436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רצים אוספים המון נתונים ולא יודעים מה לעשות איתם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38160" y="196596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0" y="2194560"/>
            <a:ext cx="475488" cy="475488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94192" y="278892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הנתונים קיימים — התובנה לא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94192" y="338328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שעון מודד קצב, דופק וגבהים בכל ריצה. אף אחד מהם לא עונה על השאלה היחידה שחשובה: מה לעשות מחר.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2194560"/>
            <a:ext cx="475488" cy="475488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278892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העומס נמדד בקילומטרים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338328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ק״מ קלים ו־10 ק״מ אינטרוולים נספרים אותו דבר. ככה נוצרות פציעות ותוכניות שלא מתאימות למצב בפועל.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194560"/>
            <a:ext cx="475488" cy="475488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278892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המאמן עובד בעיוורון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338328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רוב המעקב מתנהל בוואטסאפ ובאקסל. אין לוח אחד שבו המאמן רואה את מצב הרץ לפני שהוא בונה לו שבוע.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920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Runi סוגר את הפער: אותם נתונים, אבל מתורגמים למדדי עומס, למצב כושר ולתוכנית שבועית שמסבירה את עצמה.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קהל היעד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סוגי משתמשים, שני מסכים שונים לגמרי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309360" y="196596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80192" y="2240280"/>
            <a:ext cx="548640" cy="54864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8019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01968" y="22860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01968" y="26974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רץ חובב עד תחרותי, 3–6 אימונים בשבוע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01968" y="3200400"/>
            <a:ext cx="46268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רוצה לדעת אם הוא בכיוון או מתקרב לפציעה</a:t>
            </a:r>
            <a:endParaRPr lang="en-US" sz="1400" dirty="0"/>
          </a:p>
          <a:p>
            <a:pPr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מזין דיווח יומי קצר: שינה, עייפות, כאבים</a:t>
            </a:r>
            <a:endParaRPr lang="en-US" sz="1400" dirty="0"/>
          </a:p>
          <a:p>
            <a:pPr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מקבל תוכנית שבועית ומסביר לעצמו כל אימון</a:t>
            </a:r>
            <a:endParaRPr lang="en-US" sz="1400" dirty="0"/>
          </a:p>
          <a:p>
            <a:pPr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מתחבר לשעון ומסנכרן ריצות אוטומטית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10912" y="2240280"/>
            <a:ext cx="548640" cy="548640"/>
          </a:xfrm>
          <a:prstGeom prst="ellipse">
            <a:avLst/>
          </a:prstGeom>
          <a:solidFill>
            <a:srgbClr val="2A2415"/>
          </a:solidFill>
          <a:ln w="12700">
            <a:solidFill>
              <a:srgbClr val="D8B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22860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D8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המאמן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32688" y="26974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מאמן שמלווה כמה רצים במקביל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3200400"/>
            <a:ext cx="46268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מצטרף לרץ רק אחרי אישור מפורש שלו</a:t>
            </a:r>
            <a:endParaRPr lang="en-US" sz="1400" dirty="0"/>
          </a:p>
          <a:p>
            <a:pPr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רואה מגמת עומס וכושר של כל רץ בלוח אחד</a:t>
            </a:r>
            <a:endParaRPr lang="en-US" sz="1400" dirty="0"/>
          </a:p>
          <a:p>
            <a:pPr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עורך אימונים בתוכנית ומשאיר סיבה לשינוי</a:t>
            </a:r>
            <a:endParaRPr lang="en-US" sz="1400" dirty="0"/>
          </a:p>
          <a:p>
            <a:pPr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רואה שום נתון של רץ שלא אישר אותו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2578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הקשר נוצר רק בפעולה של הרץ, ושני הצדדים יכולים לנתק אותו בכל רגע. אין גישה שנפתחת מאליה.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הערך העסקי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שמישהו ישלם על זה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309360" y="201168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5392" y="2231136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החלטה במקום דוח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65392" y="2615184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אפליקציות קיימות מציגות גרפים. Runi מגיע עד הסוף — מה האימון הבא, באיזה קצב, ולמה דווקא הוא.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231136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מנוי כפול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2615184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רץ יחיד במנוי חודשי; מאמן משלם לפי מספר רצים בליווי. אותה מערכת, שני מקורות הכנסה.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406908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288536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תפעול אפסית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65392" y="4672584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החישוב הכבד רץ פעם אחת בסנכרון הלילי ונשמר. המשתמש לא מפעיל חישוב יקר בכל טעינה.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288536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מחסום כניסה אמיתי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4672584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הערך גדל עם ההיסטוריה. אחרי חצי שנה של נתונים מעבר למתחרה מוחק את הבסיס שעליו התוכנית נבנתה.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הדגמה ·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הדשבורד — מצב הרץ במבט אחד</a:t>
            </a:r>
            <a:endParaRPr lang="en-US" sz="3400" dirty="0"/>
          </a:p>
        </p:txBody>
      </p:sp>
      <p:pic>
        <p:nvPicPr>
          <p:cNvPr id="405" name="Screenshot 5"/>
          <p:cNvPicPr>
            <a:picLocks noChangeAspect="1"/>
          </p:cNvPicPr>
          <p:nvPr/>
        </p:nvPicPr>
        <p:blipFill>
          <a:blip r:embed="rIdShot5"/>
          <a:stretch>
            <a:fillRect/>
          </a:stretch>
        </p:blipFill>
        <p:spPr>
          <a:xfrm>
            <a:off x="640080" y="1874520"/>
            <a:ext cx="6035040" cy="3977640"/>
          </a:xfrm>
          <a:prstGeom prst="roundRect">
            <a:avLst>
              <a:gd name="adj" fmla="val 2299"/>
            </a:avLst>
          </a:prstGeom>
          <a:ln w="12700">
            <a:solidFill>
              <a:srgbClr val="242A34"/>
            </a:solidFill>
          </a:ln>
        </p:spPr>
      </p:pic>
      <p:sp>
        <p:nvSpPr>
          <p:cNvPr id="6" name="Text 4"/>
          <p:cNvSpPr/>
          <p:nvPr/>
        </p:nvSpPr>
        <p:spPr>
          <a:xfrm>
            <a:off x="640080" y="5943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מסך הבית של הרץ: כרטיס מצב, גרף כושר/עייפות, האימון הבא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119104" y="1984248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19104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0" y="196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 הכושר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22951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ממוצע נע של 42 יום על עומס האימון — כמה בסיס נצבר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119104" y="2971800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19104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953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 העייפות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32826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אותו חישוב על 7 ימים — כמה עומס טרי עוד לא התאושש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119104" y="3959352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3941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מאזן הטופס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42702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ההפרש ביניהם. חיובי = רענן, שלילי מדי = סיכון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119104" y="4946904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19104" y="4946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49286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 העומסים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5257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עומס השבוע מול ארבעת האחרונים. מעל 1.5 מפעיל אזהרה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הדגמה ·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התוכנית — לוח שנבנה מהנתונים</a:t>
            </a:r>
            <a:endParaRPr lang="en-US" sz="3400" dirty="0"/>
          </a:p>
        </p:txBody>
      </p:sp>
      <p:pic>
        <p:nvPicPr>
          <p:cNvPr id="406" name="Screenshot 6"/>
          <p:cNvPicPr>
            <a:picLocks noChangeAspect="1"/>
          </p:cNvPicPr>
          <p:nvPr/>
        </p:nvPicPr>
        <p:blipFill>
          <a:blip r:embed="rIdShot6"/>
          <a:stretch>
            <a:fillRect/>
          </a:stretch>
        </p:blipFill>
        <p:spPr>
          <a:xfrm>
            <a:off x="640080" y="1874520"/>
            <a:ext cx="6035040" cy="3977640"/>
          </a:xfrm>
          <a:prstGeom prst="roundRect">
            <a:avLst>
              <a:gd name="adj" fmla="val 2299"/>
            </a:avLst>
          </a:prstGeom>
          <a:ln w="12700">
            <a:solidFill>
              <a:srgbClr val="242A34"/>
            </a:solidFill>
          </a:ln>
        </p:spPr>
      </p:pic>
      <p:sp>
        <p:nvSpPr>
          <p:cNvPr id="6" name="Text 4"/>
          <p:cNvSpPr/>
          <p:nvPr/>
        </p:nvSpPr>
        <p:spPr>
          <a:xfrm>
            <a:off x="640080" y="5943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מסך התוכנית: לוח חודשי וציר השלבים — לחיצה על יום פותחת את האימון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119104" y="1984248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19104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0" y="196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 ותאריך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22951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המשתמש מגדיר מרוץ מטרה; המנוע בונה אחורה משם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119104" y="2971800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19104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953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חלוקת עצימות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32826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רוב הנפח קל, מנה מדודה של איכות — לפי מצב העומס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119104" y="3959352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3941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התאמה יומית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42702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דיווח על עייפות או כאב מקטין את האימון ושומר את הסיבה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119104" y="4946904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19104" y="4946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49286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שקיפות מלאה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5257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לכל אימון יש הסבר בשורה אחת למה הוא נמצא שם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הדגמה ·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המאמן — לוח הרצים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565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מסך המאמן: רשימת רצים, מגמה, ועריכת אימון בתוכנית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119104" y="1984248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19104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0" y="196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הצטרפות בהסכמה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22951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הרץ מזין קוד מאמן; בלי הפעולה הזו אין גישה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119104" y="2971800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19104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953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מגמה לכל רץ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32826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עומס וכושר לאורך זמן, בלי לפתוח כל ריצה בנפרד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119104" y="3959352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3941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עריכה עם עקבות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42702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שינוי אימון נשמר עם סיבה ועם הערך המקורי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119104" y="4946904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19104" y="4946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49286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ניתוק בלחיצה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5257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צד יכול לסיים את הקשר ולנתק את הגישה מיד</a:t>
            </a:r>
            <a:endParaRPr lang="en-US" sz="1250" dirty="0"/>
          </a:p>
        </p:txBody>
      </p:sp>
      <p:pic>
        <p:nvPicPr>
          <p:cNvPr id="407" name="Screenshot 7"/>
          <p:cNvPicPr>
            <a:picLocks noChangeAspect="1"/>
          </p:cNvPicPr>
          <p:nvPr/>
        </p:nvPicPr>
        <p:blipFill>
          <a:blip r:embed="rIdShot7"/>
          <a:stretch>
            <a:fillRect/>
          </a:stretch>
        </p:blipFill>
        <p:spPr>
          <a:xfrm>
            <a:off x="640080" y="1874520"/>
            <a:ext cx="5657088" cy="3977640"/>
          </a:xfrm>
          <a:prstGeom prst="roundRect">
            <a:avLst>
              <a:gd name="adj" fmla="val 2299"/>
            </a:avLst>
          </a:prstGeom>
          <a:ln w="12700">
            <a:solidFill>
              <a:srgbClr val="242A34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ארכיטקטורה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 שכבות, לכל אחת אחריות אחת בלבד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920240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· App Router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7040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ממשק המשתמש. רכיבי שרת מביאים נתונים, רכיבי לקוח רק מציגים ומגיבים.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53512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2953512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FC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953512"/>
            <a:ext cx="7040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פעולות שרת — כל כתיבה עוברת דרכן, עם אימות קלט ובדיקת הרשאה לפני פנייה למסד.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398678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8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שכבת החישוב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986784"/>
            <a:ext cx="7040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פונקציות טהורות: עומס אימון, קצב מתוקנן לשיפוע, כושר ועייפות, בניית תוכנית. אין בהן גישה לרשת.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020056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5020056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0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· Postgres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5020056"/>
            <a:ext cx="7040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 האמת. הרשאות נאכפות במסד עצמו, כך שגם קוד שגוי לא יכול לחשוף נתון של משתמש אחר.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סנכרון יומי מ־intervals.icu רץ בשרת בלבד — מפתח ה־API לא מגיע לדפדפן אף פעם.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מסד הנתונים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המסד הוא גם המקום שבו נאכפת האבטחה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075420" y="1920240"/>
            <a:ext cx="2446020" cy="1188720"/>
          </a:xfrm>
          <a:prstGeom prst="roundRect">
            <a:avLst>
              <a:gd name="adj" fmla="val 923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31452" y="2103120"/>
            <a:ext cx="1933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331452" y="2670048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טבלאות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2446020" cy="1188720"/>
          </a:xfrm>
          <a:prstGeom prst="roundRect">
            <a:avLst>
              <a:gd name="adj" fmla="val 923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2103120"/>
            <a:ext cx="1933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519672" y="2670048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מהן עם RLS פעיל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51860" y="1920240"/>
            <a:ext cx="2446020" cy="1188720"/>
          </a:xfrm>
          <a:prstGeom prst="roundRect">
            <a:avLst>
              <a:gd name="adj" fmla="val 923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7892" y="2103120"/>
            <a:ext cx="1933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707892" y="2670048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מדיניות גישה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1920240"/>
            <a:ext cx="2446020" cy="1188720"/>
          </a:xfrm>
          <a:prstGeom prst="roundRect">
            <a:avLst>
              <a:gd name="adj" fmla="val 923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103120"/>
            <a:ext cx="1933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96112" y="2670048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מיגרציות בגרסאות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38328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3602736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נשמר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65392" y="3986784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פרופיל ומטרות · ריצות ונתוני מקטעים · דיווח מוכנות יומי · מדדים נגזרים לכל ריצה · מרוצי יעד · תוכניות ואימונים · קשר מאמן–רץ · יומן שינויים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602736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זה נשאר מהיר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112" y="3986784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אינדקסים שנבנו במכוון — כולל אינדקסים חלקיים שמכסים רק את השורות הרלוונטיות. חישובים כבדים נשמרים עם מספר גרסה, כך שריצה מחושבת מחדש רק כשהנוסחה או הנתון במקור השתנו.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התהליך המרכזי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מריצה גולמית עד אימון שמופיע ביומן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564624" y="2103120"/>
            <a:ext cx="1956816" cy="2286000"/>
          </a:xfrm>
          <a:prstGeom prst="roundRect">
            <a:avLst>
              <a:gd name="adj" fmla="val 560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2377440"/>
            <a:ext cx="512064" cy="512064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0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47504" y="303580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סנכרון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65792" y="3429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משיכה לילית של ריצות חדשות ושל ריצות שנערכו בדיעבד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33488" y="2103120"/>
            <a:ext cx="1956816" cy="2286000"/>
          </a:xfrm>
          <a:prstGeom prst="roundRect">
            <a:avLst>
              <a:gd name="adj" fmla="val 560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55864" y="2377440"/>
            <a:ext cx="512064" cy="512064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55864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16368" y="303580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נרמול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34656" y="3429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המרה לפורמט אחיד: זמן, מרחק, דופק, גבהים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02352" y="2103120"/>
            <a:ext cx="1956816" cy="2286000"/>
          </a:xfrm>
          <a:prstGeom prst="roundRect">
            <a:avLst>
              <a:gd name="adj" fmla="val 560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24728" y="2377440"/>
            <a:ext cx="512064" cy="512064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2472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85232" y="303580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חישוב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3429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עומס אימון, קצב מתוקנן לשיפוע, סחיפת דופק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71216" y="2103120"/>
            <a:ext cx="1956816" cy="2286000"/>
          </a:xfrm>
          <a:prstGeom prst="roundRect">
            <a:avLst>
              <a:gd name="adj" fmla="val 560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93592" y="2377440"/>
            <a:ext cx="512064" cy="512064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54096" y="303580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צבירה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72384" y="3429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כושר, עייפות, מאזן טופס ויחס עומסים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2103120"/>
            <a:ext cx="1956816" cy="2286000"/>
          </a:xfrm>
          <a:prstGeom prst="roundRect">
            <a:avLst>
              <a:gd name="adj" fmla="val 560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62456" y="2377440"/>
            <a:ext cx="512064" cy="512064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62456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03580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248" y="3429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בניית השבוע הבא מהמצב הנוכחי ומיעד המרוץ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70916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שלב שומר את התוצאה שלו. אם הנוסחה משתנה, רק השלב שהושפע מחושב מחדש — לא כל ההיסטוריה, ולא בכל טעינת מסך.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בדיקות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בדקתי, ולמה דווקא את זה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38160" y="1920240"/>
            <a:ext cx="3383280" cy="1188720"/>
          </a:xfrm>
          <a:prstGeom prst="roundRect">
            <a:avLst>
              <a:gd name="adj" fmla="val 923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94192" y="210312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809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394192" y="267004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בדיקות אוטומטיות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920240"/>
            <a:ext cx="3383280" cy="1188720"/>
          </a:xfrm>
          <a:prstGeom prst="roundRect">
            <a:avLst>
              <a:gd name="adj" fmla="val 923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210312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645152" y="267004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קבצי בדיקה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3383280" cy="1188720"/>
          </a:xfrm>
          <a:prstGeom prst="roundRect">
            <a:avLst>
              <a:gd name="adj" fmla="val 923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10312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7FC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96112" y="267004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נכשלות לפני העלאה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81360" y="3465576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81360" y="3465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15400" y="33375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חישובים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14400" y="33375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נוסחה נבדקת מול ערכים ידועים, כולל מקרי קצה: ריצה בלי דופק, מרחק אפס, נתון חסר באמצע.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087368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81360" y="4215384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0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15400" y="40873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הרשאות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408736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בדיקה שרץ אחד לא מצליח לקרוא נתון של רץ אחר, ושמאמן ללא אישור לא מקבל דבר.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837176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4965192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81360" y="4965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15400" y="48371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ואזור זמן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14400" y="483717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היום נחתך לפי שעון ישראל ולא לפי שעון השרת — אחרת ריצת ערב נספרת למחר.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586984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81360" y="5715000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881360" y="5715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15400" y="558698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ביקורת חישוב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14400" y="5586984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סבב שני חיפש מחלקה של טעות ולא באג בודד — ממוצע של ממוצעים, קצב שממוצע כאילו אינו הופכי. נמצאו תשע, וכולן היו בקוד שנכתב מחוץ למודולים הנבדקים.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סקייל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יקרוס קודם, ומה התשובה לזה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3816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94192" y="2212848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0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צוואר הבקבוק: הסנכרון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94192" y="2926080"/>
            <a:ext cx="2871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המשתמשים מסונכרנים בפעולה לילית אחת. באלפי משתמשים היא לא תספיק בחלון זמן סביר.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394192" y="4206240"/>
            <a:ext cx="2871216" cy="1051560"/>
          </a:xfrm>
          <a:prstGeom prst="roundRect">
            <a:avLst>
              <a:gd name="adj" fmla="val 10435"/>
            </a:avLst>
          </a:prstGeom>
          <a:solidFill>
            <a:srgbClr val="1B1F27"/>
          </a:solidFill>
          <a:ln w="12700">
            <a:solidFill>
              <a:srgbClr val="364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4206240"/>
            <a:ext cx="2505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פיצול לתורים לפי משתמש, עם ניסיון חוזר לכישלון בודד.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212848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D8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צוואר הבקבוק: הנתונים הגולמיים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45152" y="2926080"/>
            <a:ext cx="2871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נתוני המקטעים לכל שנייה הם הנפח הגדול ביותר — הם גדלים מהר יותר מכל טבלה אחרת.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45152" y="4206240"/>
            <a:ext cx="2871216" cy="1051560"/>
          </a:xfrm>
          <a:prstGeom prst="roundRect">
            <a:avLst>
              <a:gd name="adj" fmla="val 10435"/>
            </a:avLst>
          </a:prstGeom>
          <a:solidFill>
            <a:srgbClr val="1B1F27"/>
          </a:solidFill>
          <a:ln w="12700">
            <a:solidFill>
              <a:srgbClr val="364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4206240"/>
            <a:ext cx="2505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העברת היסטוריה ישנה לאחסון קר; במסד נשארים המדדים הנגזרים.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212848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7FC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כבר בנוי לסקייל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6112" y="2926080"/>
            <a:ext cx="2871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הקריאות מכוסות באינדקסים, והחישוב הכבד נשמר פעם אחת ולא חוזר בכל טעינה.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" y="4206240"/>
            <a:ext cx="2871216" cy="1051560"/>
          </a:xfrm>
          <a:prstGeom prst="roundRect">
            <a:avLst>
              <a:gd name="adj" fmla="val 10435"/>
            </a:avLst>
          </a:prstGeom>
          <a:solidFill>
            <a:srgbClr val="1B1F27"/>
          </a:solidFill>
          <a:ln w="12700">
            <a:solidFill>
              <a:srgbClr val="364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206240"/>
            <a:ext cx="2505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השכבה הזו לא תצטרך שכתוב — רק יותר משאבים.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אבטחה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 בריאות — ההגנה יושבת במסד, לא בממשק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08208" y="2171700"/>
            <a:ext cx="457200" cy="45720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08208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66760" y="1965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הרשאה בשורש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96596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טבלה מוגנת ברמת השורה. שאילתה של משתמש מחזירה רק את השורות שלו, גם אם הקוד מעליה שגוי.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90088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08208" y="3195828"/>
            <a:ext cx="457200" cy="45720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08208" y="31958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299008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הסכמה מפורשת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990088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קשר מאמן–רץ נוצר רק בפעולה של הרץ עצמו. ניסיון ליצור אותו בשם מישהו אחר נדחה במסד.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14216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08208" y="4219956"/>
            <a:ext cx="457200" cy="45720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08208" y="42199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4014216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סודות בצד שרת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014216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מפתחות API ומפתח ההרשאה המלא קיימים רק בשרת. הדפדפן מקבל נתונים, לא מפתחות.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038344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B1F27"/>
          </a:solidFill>
          <a:ln w="12700">
            <a:solidFill>
              <a:srgbClr val="F070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08208" y="5244084"/>
            <a:ext cx="457200" cy="457200"/>
          </a:xfrm>
          <a:prstGeom prst="ellipse">
            <a:avLst/>
          </a:prstGeom>
          <a:solidFill>
            <a:srgbClr val="2B1917"/>
          </a:solidFill>
          <a:ln w="12700">
            <a:solidFill>
              <a:srgbClr val="F070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08208" y="52440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7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503834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07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באג אמיתי שנסגר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5038344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בבדיקה מצאתי שאפשר היה לרשום את עצמך כמאמן של כל משתמש. תוקן במיגרציה ואומת מול המסד החי.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הייתי עושה אחרת, ומה הצעד הבא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38160" y="1965960"/>
            <a:ext cx="3383280" cy="2606040"/>
          </a:xfrm>
          <a:prstGeom prst="roundRect">
            <a:avLst>
              <a:gd name="adj" fmla="val 421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94192" y="2185416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D8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הייתי עושה אחרת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94192" y="2569464"/>
            <a:ext cx="2871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בניתי את הממשק על נתוני דמה ורק אחר כך חיברתי נתונים אמיתיים. חלק מהמספרים שנראו נכון היו קבועים בקוד. היום הייתי מתחיל מהנתון האמיתי ובונה את המסך מעליו.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965960"/>
            <a:ext cx="3383280" cy="2606040"/>
          </a:xfrm>
          <a:prstGeom prst="roundRect">
            <a:avLst>
              <a:gd name="adj" fmla="val 421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2185416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למדתי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45152" y="2569464"/>
            <a:ext cx="2871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שהחלק הקשה הוא לא הקוד אלא ההחלטות: מה נחשב אמת, מי מורשה לראות מה, ומתי מחשבים מחדש. ברגע שהן הוכרעו, המימוש היה החלק הפשוט.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3383280" cy="2606040"/>
          </a:xfrm>
          <a:prstGeom prst="roundRect">
            <a:avLst>
              <a:gd name="adj" fmla="val 421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185416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7FC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הצעד הבא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569464"/>
            <a:ext cx="2871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שחרור למספר רצים אמיתיים לאורך מחזור אימונים מלא, ובדיקה אחת: האם התוכנית ששונתה אוטומטית התאימה למה שהרץ באמת הרגיש.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3776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 · runi-coach.vercel.app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האינטליגנציה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התשובות מחושבות, לא מנוסחות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565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Runi — הרץ בוחר שאלה, והתשובה מורכבת מפונקציות שנבדקו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119104" y="1984248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19104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0" y="196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רשימה, לא תיבת טקסט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22951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תיבת טקסט מבטיחה "שאל מה שתרצה". כאן מסננים שאלות קיימות, אז כל מה שמוצג נענה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119104" y="2971800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19104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953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עשר שאלות מהנתונים שלך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32826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כמה השתפרתי, האם אני מעמיס מהר מדי, האם עמדתי בתוכנית, כמה מהאימון קל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119104" y="3959352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3941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אפס מספרים מומצאים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42702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תשובה מגיעה מפונקציה טהורה עם בדיקה מאחוריה — מודל שפה לא מנסח כאן דבר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119104" y="4946904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19104" y="4946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49286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ואם אין מספיק נתונים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5257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 אומרת זאת ומסבירה מה חסר, במקום להחזיר מספר בטוח משתי ריצות</a:t>
            </a:r>
            <a:endParaRPr lang="en-US" sz="1250" dirty="0"/>
          </a:p>
        </p:txBody>
      </p:sp>
      <p:pic>
        <p:nvPicPr>
          <p:cNvPr id="407" name="Screenshot 8"/>
          <p:cNvPicPr>
            <a:picLocks noChangeAspect="1"/>
          </p:cNvPicPr>
          <p:nvPr/>
        </p:nvPicPr>
        <p:blipFill>
          <a:blip r:embed="rIdShot8"/>
          <a:stretch>
            <a:fillRect/>
          </a:stretch>
        </p:blipFill>
        <p:spPr>
          <a:xfrm>
            <a:off x="640080" y="1874520"/>
            <a:ext cx="5657088" cy="3977640"/>
          </a:xfrm>
          <a:prstGeom prst="roundRect">
            <a:avLst>
              <a:gd name="adj" fmla="val 2299"/>
            </a:avLst>
          </a:prstGeom>
          <a:ln w="12700">
            <a:solidFill>
              <a:srgbClr val="242A34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Run Intelligence</dc:title>
  <dc:subject>PptxGenJS Presentation</dc:subject>
  <dc:creator>Samuel Asmara</dc:creator>
  <cp:lastModifiedBy>Samuel Asmara</cp:lastModifiedBy>
  <cp:revision>1</cp:revision>
  <dcterms:created xsi:type="dcterms:W3CDTF">2026-08-19T20:21:35Z</dcterms:created>
  <dcterms:modified xsi:type="dcterms:W3CDTF">2026-08-19T20:21:35Z</dcterms:modified>
</cp:coreProperties>
</file>